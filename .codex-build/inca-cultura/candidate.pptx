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d22348d5b474f" /><Relationship Type="http://schemas.openxmlformats.org/officeDocument/2006/relationships/extended-properties" Target="/docProps/app.xml" Id="R5a9f4cd643ca47e0" /><Relationship Type="http://schemas.openxmlformats.org/officeDocument/2006/relationships/officeDocument" Target="/ppt/presentation.xml" Id="R6fcffd32910a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ae2e08c9b3437a"/>
  </p:sldMasterIdLst>
  <p:notesMasterIdLst>
    <p:notesMasterId xmlns:r="http://schemas.openxmlformats.org/officeDocument/2006/relationships" r:id="Rc208207ee106460f"/>
  </p:notesMasterIdLst>
  <p:sldIdLst>
    <p:sldId xmlns:r="http://schemas.openxmlformats.org/officeDocument/2006/relationships" id="256" r:id="R55dfe4b535434651"/>
    <p:sldId xmlns:r="http://schemas.openxmlformats.org/officeDocument/2006/relationships" id="257" r:id="Re8d385b808c041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f3544fc914fd8" /><Relationship Type="http://schemas.openxmlformats.org/officeDocument/2006/relationships/slideMaster" Target="/ppt/slideMasters/slideMaster1.xml" Id="R47ae2e08c9b3437a" /><Relationship Type="http://schemas.openxmlformats.org/officeDocument/2006/relationships/notesMaster" Target="/ppt/notesMasters/notesMaster1.xml" Id="Rc208207ee106460f" /><Relationship Type="http://schemas.openxmlformats.org/officeDocument/2006/relationships/presProps" Target="/ppt/presProps.xml" Id="R3d85956852534b88" /><Relationship Type="http://schemas.openxmlformats.org/officeDocument/2006/relationships/tableStyles" Target="/ppt/tableStyles.xml" Id="R34e50105e7c04ef1" /><Relationship Type="http://schemas.openxmlformats.org/officeDocument/2006/relationships/slide" Target="/ppt/slides/slide1.xml" Id="R55dfe4b535434651" /><Relationship Type="http://schemas.openxmlformats.org/officeDocument/2006/relationships/slide" Target="/ppt/slides/slide2.xml" Id="Re8d385b808c0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1f314ac1fb44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ee5ae99aac4033" /><Relationship Type="http://schemas.openxmlformats.org/officeDocument/2006/relationships/notesMaster" Target="/ppt/notesMasters/notesMaster1.xml" Id="R9ba0b91926d9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e520607574179" /><Relationship Type="http://schemas.openxmlformats.org/officeDocument/2006/relationships/notesMaster" Target="/ppt/notesMasters/notesMaster1.xml" Id="R329b259a3d74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UNESCO, Historic Sanctuary of Machu Picchu, https://whc.unesco.org/en/list/274 (consulta: 2026-09-28). Imagen: Wikimedia Commons, ‘Machu Picchu, Peru banner-Machu Picchu view from above.jpg’, https://commons.wikimedia.org/wiki/File:Machu_Picchu,_Peru_banner-Machu_Picchu_view_from_above.jpg (consulta: 2026-09-28).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UNESCO, Historic Sanctuary of Machu Picchu, https://whc.unesco.org/en/list/274; World History Encyclopedia, Inca Civilization, https://www.worldhistory.org/Inca_Civilization/; Britannica Education, Ancient Civilisations: Inca Empire, https://elearn.eb.com/ancient-civilisations-inca-empire/ (consultas: 2026-09-28). Imagen: Wikimedia Commons, ‘Panorama Machu picchu 2.jpg’, https://commons.wikimedia.org/wiki/File:Panorama_Machu_picchu_2.jpg (consulta: 2026-09-28).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8f6eddeef43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f5cba2b3845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202d2d7b04f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1dfb6747f45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2564d313b4a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8ede746d54b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D92FE1A-E35E-428A-BEC4-E8F5F302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FDC831-D764-495E-81AD-BBE86EE28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2055E0A-89F1-4712-A92B-DE1B6FDA25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7026B4-C6E6-4AD1-BD3E-CE4A6DFF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68D962-AEC2-4FD3-9CA1-97265DF0A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DBF790E-A4F4-4E37-BB2F-D50733A6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E2AE3A-0304-4E93-AA12-99DE89844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ABA34F6-748A-436F-B452-BC28F5F991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CCFEB20-B883-4167-8DE2-1BBC9E4B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501066-C3B5-4317-989B-C4F137CBA9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D3FB13-5879-4138-B684-DE69E4B88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2D0B52-D467-4138-ADB9-A9DFB78EAE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0C0ED78-00DE-45DC-8D5F-0FEAB70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07C3F4-711D-4E7E-998E-C87998178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3E224C-985A-4505-B8B0-53A7205B6E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22ca04ef947c3" /><Relationship Type="http://schemas.openxmlformats.org/officeDocument/2006/relationships/slideLayout" Target="/ppt/slideLayouts/slideLayout1.xml" Id="R31d593da4f2b4a06" /><Relationship Type="http://schemas.openxmlformats.org/officeDocument/2006/relationships/slideLayout" Target="/ppt/slideLayouts/slideLayout2.xml" Id="R5234f5db29574370" /><Relationship Type="http://schemas.openxmlformats.org/officeDocument/2006/relationships/slideLayout" Target="/ppt/slideLayouts/slideLayout3.xml" Id="Rba8cd684ef6d4f7d" /><Relationship Type="http://schemas.openxmlformats.org/officeDocument/2006/relationships/slideLayout" Target="/ppt/slideLayouts/slideLayout4.xml" Id="R6e227bcacca741c4" /><Relationship Type="http://schemas.openxmlformats.org/officeDocument/2006/relationships/slideLayout" Target="/ppt/slideLayouts/slideLayout5.xml" Id="R2dffe3f5930844b1" /><Relationship Type="http://schemas.openxmlformats.org/officeDocument/2006/relationships/slideLayout" Target="/ppt/slideLayouts/slideLayout6.xml" Id="Ref3309e8920540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593da4f2b4a06"/>
    <p:sldLayoutId xmlns:r="http://schemas.openxmlformats.org/officeDocument/2006/relationships" id="2147483650" r:id="R5234f5db29574370"/>
    <p:sldLayoutId xmlns:r="http://schemas.openxmlformats.org/officeDocument/2006/relationships" id="2147483651" r:id="Rba8cd684ef6d4f7d"/>
    <p:sldLayoutId xmlns:r="http://schemas.openxmlformats.org/officeDocument/2006/relationships" id="2147483652" r:id="R6e227bcacca741c4"/>
    <p:sldLayoutId xmlns:r="http://schemas.openxmlformats.org/officeDocument/2006/relationships" id="2147483653" r:id="R2dffe3f5930844b1"/>
    <p:sldLayoutId xmlns:r="http://schemas.openxmlformats.org/officeDocument/2006/relationships" id="2147483654" r:id="Ref3309e8920540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dbb58cd2d4db1" /><Relationship Type="http://schemas.openxmlformats.org/officeDocument/2006/relationships/image" Target="/ppt/media/image.jpeg" Id="R5dc7fb772f5c4fd8" /><Relationship Type="http://schemas.openxmlformats.org/officeDocument/2006/relationships/notesSlide" Target="/ppt/notesSlides/notesSlide1.xml" Id="Rec69d166fea4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ffc1ed47f469d" /><Relationship Type="http://schemas.openxmlformats.org/officeDocument/2006/relationships/image" Target="/ppt/media/image2.jpeg" Id="R868870bef7f44587" /><Relationship Type="http://schemas.openxmlformats.org/officeDocument/2006/relationships/notesSlide" Target="/ppt/notesSlides/notesSlide2.xml" Id="Rd79baa4a519d49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7fb772f5c4fd8"/>
          <a:srcRect xmlns:a="http://schemas.openxmlformats.org/drawingml/2006/main" l="42857" t="0" r="42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63DC7-EDFB-4132-8B53-46DD100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7F969-0099-46AD-A372-D5FACCBF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8B6B-F800-42AD-88E3-A9E2266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6F2E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6F2E7"/>
                </a:solidFill>
                <a:latin typeface="Arial"/>
                <a:ea typeface="Arial"/>
                <a:cs typeface="Arial"/>
              </a:rPr>
              <a:t>Cultura Inca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176C-AFD4-4D4F-B00B-9BA9B19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4E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7E4E2"/>
                </a:solidFill>
                <a:latin typeface="Arial"/>
                <a:ea typeface="Arial"/>
                <a:cs typeface="Arial"/>
              </a:rPr>
              <a:t>Una civilizacion andina que unio territorio, conocimiento y trabajo colectivo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34D6C-40BE-42BB-920D-DFC8A3C7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Tawantinsuyo | Andes centrales | siglos XV-XVI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2A5B3-DE70-48C3-BF89-BC66C53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1531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6F2E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6F2E7"/>
                </a:solidFill>
                <a:latin typeface="Arial"/>
                <a:ea typeface="Arial"/>
                <a:cs typeface="Arial"/>
              </a:rPr>
              <a:t>Machu Picchu</a:t>
            </a:r>
          </a:p>
        </p:txBody>
      </p:sp>
    </p:spTree>
    <p:extLst>
      <p:ext uri="{BB962C8B-B14F-4D97-AF65-F5344CB8AC3E}">
        <p14:creationId xmlns:p14="http://schemas.microsoft.com/office/powerpoint/2010/main" val="806264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40FA4-1134-4C17-B324-C789D5C1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Un imperio construido para los Andes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6F407-B4B3-4B45-BB13-65793D44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9675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C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52D8D-0ACE-4DF3-B0D5-8CBFCB1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7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25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25762"/>
                </a:solidFill>
                <a:latin typeface="Arial"/>
                <a:ea typeface="Arial"/>
                <a:cs typeface="Arial"/>
              </a:rPr>
              <a:t>La vida inca combinaba administracion central, agricultura de altura e infraestructura para conectar regiones diversas.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5A9D7-567E-4479-960D-B38D55D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C3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9240D-3B5F-4ECD-9C7D-FBF02700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Organizacion social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6FF5-4967-47DA-89DF-DFFF3AFD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2576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25762"/>
                </a:solidFill>
                <a:latin typeface="Arial"/>
                <a:ea typeface="Arial"/>
                <a:cs typeface="Arial"/>
              </a:rPr>
              <a:t>El Sapa Inca gobernaba desde Cusco. El ayllu reunia familias que compartian tierras y trabajo.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48129-1411-47DD-974C-0A22C272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1F109-94A2-4AAF-B427-3FC0F800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Agricultura en terrazas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171FD-8A67-44F0-89CD-A8DF255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2576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25762"/>
                </a:solidFill>
                <a:latin typeface="Arial"/>
                <a:ea typeface="Arial"/>
                <a:cs typeface="Arial"/>
              </a:rPr>
              <a:t>Andenes, canales y distintos pisos ecologicos permitian cultivar maiz, papa y otros productos en laderas andinas.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4E138-EF38-422D-A2F3-53FEED7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7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2F0C9-CC76-45D6-88F8-2DD206C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Redes y memoria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8E973-1FC8-424D-A532-62A30FE0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2576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25762"/>
                </a:solidFill>
                <a:latin typeface="Arial"/>
                <a:ea typeface="Arial"/>
                <a:cs typeface="Arial"/>
              </a:rPr>
              <a:t>El Qhapaq Nan conectaba poblaciones. Los quipus registraban informacion mediante cordones y nudos.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870bef7f44587"/>
          <a:srcRect xmlns:a="http://schemas.openxmlformats.org/drawingml/2006/main" l="26244" t="0" r="262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2314575"/>
            <a:ext cx="5429250" cy="3276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900C5-4BCB-47EF-93F6-17BAD150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38750"/>
            <a:ext cx="5429250" cy="3524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D436C-A809-4FB3-B6BE-C01F1F65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054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Ingenieria, paisaje y vida cotidiana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71BE5-744C-4C07-84B8-D154353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877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877C"/>
                </a:solidFill>
                <a:latin typeface="Arial"/>
                <a:ea typeface="Arial"/>
                <a:cs typeface="Arial"/>
              </a:rPr>
              <a:t>Legado vivo en los Andes peruanos</a:t>
            </a:r>
          </a:p>
        </p:txBody>
      </p:sp>
    </p:spTree>
    <p:extLst>
      <p:ext uri="{BB962C8B-B14F-4D97-AF65-F5344CB8AC3E}">
        <p14:creationId xmlns:p14="http://schemas.microsoft.com/office/powerpoint/2010/main" val="1595532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2026-09-29T02:47:08.1090000Z</dcterms:created>
  <dcterms:modified xsi:type="dcterms:W3CDTF">2026-09-29T02:47:08.1090000Z</dcterms:modified>
</coreProperties>
</file>